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66" r:id="rId6"/>
    <p:sldId id="265" r:id="rId7"/>
    <p:sldId id="264" r:id="rId8"/>
    <p:sldId id="267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79163-21DC-5022-8D5D-07B31D2EA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EA869-66EC-0959-3A44-66975D97E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7116E-B842-33E0-6E0C-64915879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B0E8-B515-EB4E-B956-76D95173D6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80E03-F876-8437-2B25-3C817DE9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30418-D21D-A377-D950-FA7220FB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4BE-54B1-954E-89DB-64B57042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5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D189F-A469-987D-D782-62C695565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61654-54F8-3CE2-D776-AB9A8A006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A0025-AE2F-ED6B-21A7-545082D2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B0E8-B515-EB4E-B956-76D95173D6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A8C06-B44E-78DC-A2B2-4F34D3A9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060E6-1269-23DA-9A48-EEC336E3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4BE-54B1-954E-89DB-64B57042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7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0F889-343D-2601-2263-00C99D60A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E2D37-C437-CA6B-96A1-2328841F8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DEAE8-BF92-FD2D-40EC-FE312D44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B0E8-B515-EB4E-B956-76D95173D6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12AC7-697E-D10B-0B9D-922D1BC50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11336-58CC-BD28-DF61-F37B02BA4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4BE-54B1-954E-89DB-64B57042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77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88B66-E057-7461-9141-A1380FAD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84390-C654-E12C-F7BB-11CAB1C86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AA1DE-4904-AAB3-D2D4-2157895E7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B6154-D7FC-DA4C-BCF4-71D422DD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B0E8-B515-EB4E-B956-76D95173D6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92566-9BE7-5E7C-C3BA-80F40BE77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4850B-145C-1B1E-8EEC-B819897AA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4BE-54B1-954E-89DB-64B57042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0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CAD81-D811-5741-5D86-D8513AA09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7BB61-418E-5676-67F0-64A96EF36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CA2038-09A3-F67D-ADD8-EDEA388B6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96391-422C-0267-6843-6471BFC0C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8BF3B-0DE3-CE1F-D8DE-731CF7DBE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9FBF6B-769A-363E-EBC4-0E431F4CF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B0E8-B515-EB4E-B956-76D95173D6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CE429F-10D7-2A1C-397A-B80E5B399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6B34B8-F64E-04EF-703B-30F539BE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4BE-54B1-954E-89DB-64B57042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0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B906-C522-EF8B-963E-6F8E29590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70BC4-CE84-B360-975B-CE30D052F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B0E8-B515-EB4E-B956-76D95173D6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233C76-D3B8-456A-CFA7-82DD2198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CD4D2-7D57-AEC6-67C5-2D171895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4BE-54B1-954E-89DB-64B57042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71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AB197-039B-AB28-EB5D-C4C0CA9F9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B0E8-B515-EB4E-B956-76D95173D6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14D235-FBD4-AE3E-E065-CD20EB62C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6AFD0-DB0A-328D-E4A7-0D685755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4BE-54B1-954E-89DB-64B57042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27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9972-059F-BE1C-CCB0-C42A62ED4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7145-35CD-E081-7FEE-895F8BF34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381A1-307D-E65F-2C1D-A87AB31654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1A116-8A3A-0755-7826-E9918AE3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B0E8-B515-EB4E-B956-76D95173D6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F5069-CD4E-5C92-7376-668398896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6B0CB-A847-DC5D-7608-A0138E049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4BE-54B1-954E-89DB-64B57042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0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4DCB6-4C73-C6C7-D112-B264252B4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8CC2D6-D347-E3C4-FD12-FD1CC8DFF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6C94D-BDB9-98EF-CD90-1CF1E1CA1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3899E-DF93-55FB-0CF0-4957147C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B0E8-B515-EB4E-B956-76D95173D6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0F14D-E400-74B2-7F71-B2B4625CF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5C7FC-47AA-FD32-0E88-7843CFB9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4BE-54B1-954E-89DB-64B57042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79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56527-6B5F-7284-A334-59B740196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32647-02E3-5C5F-07E3-2D1715C18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72B4C-8A0D-5AB1-D5D4-D5E3D0CAE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B0E8-B515-EB4E-B956-76D95173D6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A6345-4292-CD3B-5074-A43F161F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E9102-4C05-CD5D-763D-E93CB180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4BE-54B1-954E-89DB-64B57042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95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72F387-061C-33D7-791E-DF3A78B39C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CE037-2B84-FC74-B901-7FEFD2EF0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14548-FE6F-5A6E-970B-06A47DD7D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B0E8-B515-EB4E-B956-76D95173D6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8997-D052-5C56-F9BC-E673C3480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91DCE-6EF6-91D4-E3BA-A62060F5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B64BE-54B1-954E-89DB-64B57042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9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EF7733-5E62-8032-1C4A-959126A50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0752F-66E1-D5B4-6967-588D352CC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7DA42-8125-4351-476E-58FE7ECBA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4B0E8-B515-EB4E-B956-76D95173D6C4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4AEBF-98D1-8110-CD9D-0CCCF1C85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59ACD-E5AA-9E22-59C3-3CFDF2615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B64BE-54B1-954E-89DB-64B570424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2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XYZ color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B057-5DB7-4269-D515-C412C4815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Model</a:t>
            </a:r>
          </a:p>
        </p:txBody>
      </p:sp>
      <p:pic>
        <p:nvPicPr>
          <p:cNvPr id="4" name="Content Placeholder 3" descr="A black letter on a yellow background&#10;&#10;AI-generated content may be incorrect.">
            <a:extLst>
              <a:ext uri="{FF2B5EF4-FFF2-40B4-BE49-F238E27FC236}">
                <a16:creationId xmlns:a16="http://schemas.microsoft.com/office/drawing/2014/main" id="{A2889538-6860-44FA-107D-EEEECC4CA0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352" y="3430659"/>
            <a:ext cx="3063587" cy="594014"/>
          </a:xfrm>
        </p:spPr>
      </p:pic>
      <p:pic>
        <p:nvPicPr>
          <p:cNvPr id="5" name="Picture 4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820D706B-CA41-1337-CBB3-706494EF2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22" y="1475510"/>
            <a:ext cx="8170719" cy="1683327"/>
          </a:xfrm>
          <a:prstGeom prst="rect">
            <a:avLst/>
          </a:prstGeom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FA84A82-5B07-39B0-CA82-D85A59CFE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656" y="692728"/>
            <a:ext cx="3395088" cy="547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27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56BB-1E13-BA80-BC98-BA460FB74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rate = 0.1</a:t>
            </a:r>
          </a:p>
        </p:txBody>
      </p:sp>
      <p:pic>
        <p:nvPicPr>
          <p:cNvPr id="10" name="Content Placeholder 9" descr="A graph showing a graph of energy and steps&#10;&#10;AI-generated content may be incorrect.">
            <a:extLst>
              <a:ext uri="{FF2B5EF4-FFF2-40B4-BE49-F238E27FC236}">
                <a16:creationId xmlns:a16="http://schemas.microsoft.com/office/drawing/2014/main" id="{3664990B-42B6-A54B-BA1A-7BDAB79BC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958158"/>
            <a:ext cx="10744200" cy="4003144"/>
          </a:xfrm>
        </p:spPr>
      </p:pic>
    </p:spTree>
    <p:extLst>
      <p:ext uri="{BB962C8B-B14F-4D97-AF65-F5344CB8AC3E}">
        <p14:creationId xmlns:p14="http://schemas.microsoft.com/office/powerpoint/2010/main" val="300805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F88D9-8818-DEEC-C217-05299AB2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rate = 0.1</a:t>
            </a:r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CDFE4F6-BD3F-0B48-406D-2352843C2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887" y="1838198"/>
            <a:ext cx="11237912" cy="4199192"/>
          </a:xfrm>
        </p:spPr>
      </p:pic>
    </p:spTree>
    <p:extLst>
      <p:ext uri="{BB962C8B-B14F-4D97-AF65-F5344CB8AC3E}">
        <p14:creationId xmlns:p14="http://schemas.microsoft.com/office/powerpoint/2010/main" val="60163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1BDCC-9768-C5F7-B8D1-7E17DDA30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rate = 0.1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3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10CA8276-2715-75B7-C5EC-48F7C4872F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950" y="1952693"/>
            <a:ext cx="10864850" cy="3970201"/>
          </a:xfrm>
        </p:spPr>
      </p:pic>
    </p:spTree>
    <p:extLst>
      <p:ext uri="{BB962C8B-B14F-4D97-AF65-F5344CB8AC3E}">
        <p14:creationId xmlns:p14="http://schemas.microsoft.com/office/powerpoint/2010/main" val="1425800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FD294-1BB4-91AF-A863-6457D214A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Averaged over 30 trajectories</a:t>
            </a:r>
          </a:p>
        </p:txBody>
      </p:sp>
      <p:pic>
        <p:nvPicPr>
          <p:cNvPr id="4" name="Content Placeholder 3" descr="A graph of energy and steps&#10;&#10;AI-generated content may be incorrect.">
            <a:extLst>
              <a:ext uri="{FF2B5EF4-FFF2-40B4-BE49-F238E27FC236}">
                <a16:creationId xmlns:a16="http://schemas.microsoft.com/office/drawing/2014/main" id="{D88D323A-F897-E594-E329-AB7D78FF0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4598"/>
            <a:ext cx="11015662" cy="4079079"/>
          </a:xfrm>
        </p:spPr>
      </p:pic>
    </p:spTree>
    <p:extLst>
      <p:ext uri="{BB962C8B-B14F-4D97-AF65-F5344CB8AC3E}">
        <p14:creationId xmlns:p14="http://schemas.microsoft.com/office/powerpoint/2010/main" val="1488323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graph with a red line and a blue line&#10;&#10;AI-generated content may be incorrect.">
            <a:extLst>
              <a:ext uri="{FF2B5EF4-FFF2-40B4-BE49-F238E27FC236}">
                <a16:creationId xmlns:a16="http://schemas.microsoft.com/office/drawing/2014/main" id="{46E9742B-A870-38C2-9F45-5698144EE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198" y="484188"/>
            <a:ext cx="7240854" cy="5605463"/>
          </a:xfrm>
        </p:spPr>
      </p:pic>
      <p:pic>
        <p:nvPicPr>
          <p:cNvPr id="5" name="Picture 4" descr="A graph with a red line&#10;&#10;AI-generated content may be incorrect.">
            <a:extLst>
              <a:ext uri="{FF2B5EF4-FFF2-40B4-BE49-F238E27FC236}">
                <a16:creationId xmlns:a16="http://schemas.microsoft.com/office/drawing/2014/main" id="{30BD9773-BF1C-E1D1-8AD5-16741685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321" y="4040187"/>
            <a:ext cx="4772045" cy="27066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E01CF0-F7F8-C1AA-B251-FB9C894BB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825" y="1879600"/>
            <a:ext cx="5888038" cy="36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99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comparison between a system and a saturation&#10;&#10;AI-generated content may be incorrect.">
            <a:extLst>
              <a:ext uri="{FF2B5EF4-FFF2-40B4-BE49-F238E27FC236}">
                <a16:creationId xmlns:a16="http://schemas.microsoft.com/office/drawing/2014/main" id="{B432BB89-C9FE-6D6D-6204-7B685D913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906" y="150813"/>
            <a:ext cx="7979626" cy="6026150"/>
          </a:xfrm>
        </p:spPr>
      </p:pic>
    </p:spTree>
    <p:extLst>
      <p:ext uri="{BB962C8B-B14F-4D97-AF65-F5344CB8AC3E}">
        <p14:creationId xmlns:p14="http://schemas.microsoft.com/office/powerpoint/2010/main" val="693434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524CC-C9CE-4407-A1D7-9697563A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55D33C7-53FE-793F-8485-47FED47D3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7804" y="724190"/>
            <a:ext cx="7491646" cy="5667519"/>
          </a:xfrm>
        </p:spPr>
      </p:pic>
    </p:spTree>
    <p:extLst>
      <p:ext uri="{BB962C8B-B14F-4D97-AF65-F5344CB8AC3E}">
        <p14:creationId xmlns:p14="http://schemas.microsoft.com/office/powerpoint/2010/main" val="3229610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Macintosh PowerPoint</Application>
  <PresentationFormat>Widescreen</PresentationFormat>
  <Paragraphs>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XYZ color code</vt:lpstr>
      <vt:lpstr>Error Model</vt:lpstr>
      <vt:lpstr>Error rate = 0.1</vt:lpstr>
      <vt:lpstr>Error rate = 0.1 </vt:lpstr>
      <vt:lpstr>Error rate = 0.1  </vt:lpstr>
      <vt:lpstr>Averaged over 30 trajectories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浩棋 唐</dc:creator>
  <cp:lastModifiedBy>浩棋 唐</cp:lastModifiedBy>
  <cp:revision>1</cp:revision>
  <dcterms:created xsi:type="dcterms:W3CDTF">2025-05-23T07:09:02Z</dcterms:created>
  <dcterms:modified xsi:type="dcterms:W3CDTF">2025-05-23T07:09:16Z</dcterms:modified>
</cp:coreProperties>
</file>